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81" d="100"/>
          <a:sy n="81" d="100"/>
        </p:scale>
        <p:origin x="11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B42F-8661-574B-9D41-DF095A585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B7266-9532-79F2-3F24-D872F57E8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82F92-32A4-73A7-2403-6D29BDAD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0C0B5-ABB3-C9B6-D41D-D04504E1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CD113-796B-5DC5-0178-840B49FC5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9793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BBF4-49FB-F7AD-6CC3-34305C52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8F5FC-59E5-02C3-8EE6-EC9C1A91B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28EAF-11DA-7673-8AE6-2A16D06F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7ED57-7E56-554F-EE1B-B36192297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191AA-0593-5A20-692B-296003FD2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653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E2C49-CC34-FCD2-E4E2-ABE5FAD8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DC109-7883-2792-4FD6-65AF410B2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001DB-69CF-3FE6-3B57-E6D2B08C6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7A1DF-C5A4-E6F2-46DE-71E1877B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13340-B910-6680-07F0-3D654FCD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0618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EEF6-A11D-697E-2929-301DA5A4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4E2F3-DA34-F1FF-09F8-872A71635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57D6C-5C3D-ECDD-799A-8022FD2DA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7AEEC-88F7-A291-D731-2104B9F97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CD289-60BA-3ACB-B9A7-7538311A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E5EA1-1D59-BAD7-719B-90951772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0767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80DB-8C23-832D-9AB6-A8341D71A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8F1F4-7892-2DA1-0BAE-09A318B74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F4358-E64C-E1B8-CB04-FCA424EE9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71283-41A6-3C7D-0D44-5747609CD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EFE4F-EDAE-BA92-DCB4-8CFEF95B0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16794-7091-49F6-A441-2BF7F26F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B396E-CF05-38DD-1F34-80C13F49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EE29BC-A86A-2360-B1C6-6511AB92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737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5BA3-8D49-DD27-9B71-1119867E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8532B-E9E7-8C73-3B31-C79F0F24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58450-244B-8DB2-2A30-08B9A529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00419-8C48-1230-045E-2FB63373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623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5B52A-81CA-904C-2B7C-0233EEA60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EB2D4-037B-F5E6-60F2-44A2B9A39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4C79E-3046-18D7-2C13-349D3DAE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6059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B1D29-36FF-88AC-16E8-857D07EA6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5FFEC-D04B-643C-7712-FA7A9F799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F8A29-60C6-4CE3-649A-A60647A30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C3242-2BFC-887D-D332-FB7052F9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ED1D5-88AE-706D-F7C5-4605CFB2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A42B8-5063-81B9-2C6B-CE8DD6D9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652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ECE38-F173-3F8B-2778-DBADE09AA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7CB973-1DAC-A936-233A-B7FE8F60B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1A3F6-28E4-A288-A804-81C19840F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CC38C-7561-1672-FFF0-B107FFDE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FE71E-0DC4-75F2-FA73-868C21D7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34918-6463-4509-6D54-C6B84750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211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77A8-BA3E-DC46-79B9-6007D92D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808F5E-879A-6DF2-A921-EA5D8EF42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39F39-D90D-C6B7-EEC7-E8613F17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2C52C-EF90-AC77-1C15-4A41C6DAA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5724A-1AD6-8F95-B2CC-59A46344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633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A8BDB1-0690-AABD-7698-AF365E290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E737F-D0F8-5E3F-8BCD-75B9A963F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FFB11-110D-2236-A8E0-53A2C2BB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F105B-5FBF-1412-3514-6B0C7FAE4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E78DC-CA6F-5B4B-2360-6620BB87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234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C054C-2B93-B5E6-595F-6510288F0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CC2B7-316A-3F6E-EB89-43DD3E234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CFCED-B04F-8E29-5794-423FAF2E3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49EFF-827C-425A-A319-FCB1BA1081CD}" type="datetimeFigureOut">
              <a:rPr lang="en-SG" smtClean="0"/>
              <a:t>3 Sept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626C5-EF95-5191-F21F-AA9A896FC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21321-2682-10DD-E8D8-50077965F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FEF2A-6001-40CD-94B9-CCAE08A03D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169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9B2DE0-9E48-C6BB-3D90-71904C783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86" y="731520"/>
            <a:ext cx="10982813" cy="524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4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DC94-1E30-A524-9CDD-B780881F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30A996-742C-C13C-EF96-AC5E9FB12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48" y="0"/>
            <a:ext cx="10280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9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11ED4-BCF0-80C8-B090-B307652E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59D626-6EDE-C28C-52C3-AD7F987A8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47" y="97475"/>
            <a:ext cx="5033559" cy="66630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8B6BCD-76FD-7F5A-B2C3-0DC5C43C3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535" y="97475"/>
            <a:ext cx="5772447" cy="44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539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Asokan Varalakshmi</dc:creator>
  <cp:lastModifiedBy>Asokan Varalakshmi</cp:lastModifiedBy>
  <cp:revision>1</cp:revision>
  <dcterms:created xsi:type="dcterms:W3CDTF">2026-09-03T09:56:56Z</dcterms:created>
  <dcterms:modified xsi:type="dcterms:W3CDTF">2026-09-03T14:02:38Z</dcterms:modified>
</cp:coreProperties>
</file>
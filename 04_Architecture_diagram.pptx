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87" d="100"/>
          <a:sy n="87" d="100"/>
        </p:scale>
        <p:origin x="9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B42F-8661-574B-9D41-DF095A585E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BB7266-9532-79F2-3F24-D872F57E88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D82F92-32A4-73A7-2403-6D29BDAD28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0C0B5-ABB3-C9B6-D41D-D04504E1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6CD113-796B-5DC5-0178-840B49FC5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79793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6BBF4-49FB-F7AD-6CC3-34305C525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8F5FC-59E5-02C3-8EE6-EC9C1A91BE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D28EAF-11DA-7673-8AE6-2A16D06F5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7ED57-7E56-554F-EE1B-B36192297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D191AA-0593-5A20-692B-296003FD2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565349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E2C49-CC34-FCD2-E4E2-ABE5FAD86C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CDC109-7883-2792-4FD6-65AF410B23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0001DB-69CF-3FE6-3B57-E6D2B08C6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7A1DF-C5A4-E6F2-46DE-71E1877BD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13340-B910-6680-07F0-3D654FCD4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50618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5BEEF6-A11D-697E-2929-301DA5A4A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4E2F3-DA34-F1FF-09F8-872A716357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C57D6C-5C3D-ECDD-799A-8022FD2DA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A7AEEC-88F7-A291-D731-2104B9F97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FCD289-60BA-3ACB-B9A7-7538311A5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6E5EA1-1D59-BAD7-719B-90951772BD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07677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8E80DB-8C23-832D-9AB6-A8341D71AF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18F1F4-7892-2DA1-0BAE-09A318B7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AF4358-E64C-E1B8-CB04-FCA424EE9B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971283-41A6-3C7D-0D44-5747609CD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BEFE4F-EDAE-BA92-DCB4-8CFEF95B05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D16794-7091-49F6-A441-2BF7F26FF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FB396E-CF05-38DD-1F34-80C13F494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8EE29BC-A86A-2360-B1C6-6511AB926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573731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D5BA3-8D49-DD27-9B71-1119867E9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28532B-E9E7-8C73-3B31-C79F0F24E9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258450-244B-8DB2-2A30-08B9A52953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300419-8C48-1230-045E-2FB633730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62337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05B52A-81CA-904C-2B7C-0233EEA60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EB2D4-037B-F5E6-60F2-44A2B9A3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74C79E-3046-18D7-2C13-349D3DAE3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560595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B1D29-36FF-88AC-16E8-857D07EA6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5FFEC-D04B-643C-7712-FA7A9F799B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F8A29-60C6-4CE3-649A-A60647A307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BC3242-2BFC-887D-D332-FB7052F929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3ED1D5-88AE-706D-F7C5-4605CFB2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0A42B8-5063-81B9-2C6B-CE8DD6D9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06525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ECE38-F173-3F8B-2778-DBADE09AA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7CB973-1DAC-A936-233A-B7FE8F60BD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01A3F6-28E4-A288-A804-81C19840FB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0CC38C-7561-1672-FFF0-B107FFDE9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BFE71E-0DC4-75F2-FA73-868C21D7A2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334918-6463-4509-6D54-C6B847509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2111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D77A8-BA3E-DC46-79B9-6007D92DD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808F5E-879A-6DF2-A921-EA5D8EF420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39F39-D90D-C6B7-EEC7-E8613F17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C2C52C-EF90-AC77-1C15-4A41C6DAA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05724A-1AD6-8F95-B2CC-59A463443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963380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A8BDB1-0690-AABD-7698-AF365E290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FE737F-D0F8-5E3F-8BCD-75B9A963F6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8FFB11-110D-2236-A8E0-53A2C2BBA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F105B-5FBF-1412-3514-6B0C7FAE4A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E78DC-CA6F-5B4B-2360-6620BB87A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923424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2C054C-2B93-B5E6-595F-6510288F0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4CC2B7-316A-3F6E-EB89-43DD3E234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3CFCED-B04F-8E29-5794-423FAF2E3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049EFF-827C-425A-A319-FCB1BA1081CD}" type="datetimeFigureOut">
              <a:rPr lang="en-SG" smtClean="0"/>
              <a:t>13 Sept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7626C5-EF95-5191-F21F-AA9A896FCB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D21321-2682-10DD-E8D8-50077965F9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BFEF2A-6001-40CD-94B9-CCAE08A03D1B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01698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49B2DE0-9E48-C6BB-3D90-71904C7833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586" y="731520"/>
            <a:ext cx="10982813" cy="5244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7485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8DC94-1E30-A524-9CDD-B780881F4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30A996-742C-C13C-EF96-AC5E9FB12C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848" y="0"/>
            <a:ext cx="102803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6918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11ED4-BCF0-80C8-B090-B307652E6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88B6BCD-76FD-7F5A-B2C3-0DC5C43C3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553" y="51206"/>
            <a:ext cx="5772447" cy="44833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A8CA2D5-66E1-622D-1F2C-F0DE206BC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658" y="-1"/>
            <a:ext cx="6379997" cy="683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539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Asokan Varalakshmi</dc:creator>
  <cp:lastModifiedBy>Asokan Varalakshmi</cp:lastModifiedBy>
  <cp:revision>2</cp:revision>
  <dcterms:created xsi:type="dcterms:W3CDTF">2026-09-03T09:56:56Z</dcterms:created>
  <dcterms:modified xsi:type="dcterms:W3CDTF">2026-09-13T12:43:42Z</dcterms:modified>
</cp:coreProperties>
</file>